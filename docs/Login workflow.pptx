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504CE-AA34-5D28-A548-8F26ABA7D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49F4D9-3BF0-D6F3-98F6-47BCAEDA0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7128B-F6B7-ABC2-9723-298800EF0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F5D3-6DE8-4141-B70B-A990D3E765E9}" type="datetimeFigureOut">
              <a:rPr lang="en-US" smtClean="0"/>
              <a:t>2024-06-23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3AF26-9E75-88C9-A1D2-D5D609454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7CE94-448F-2145-A38F-F257627AE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096C-A3CD-48D0-AFED-3160BE288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52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5B74D-27A2-2644-B909-36486C17E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DCBE6-0428-5EEA-B4AD-86654AF3D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7ED6-1463-485E-7543-741A2A4AB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F5D3-6DE8-4141-B70B-A990D3E765E9}" type="datetimeFigureOut">
              <a:rPr lang="en-US" smtClean="0"/>
              <a:t>2024-06-23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A92B8-C194-472A-559C-2A130777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DD879-9A61-9CCD-65B8-6E987DA3F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096C-A3CD-48D0-AFED-3160BE288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996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F6645-94DC-FD9D-763D-DE1D55DA2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21BF6-E986-81C6-DE0D-A1765DDC3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FAF7-34B8-80D7-2663-86658299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F5D3-6DE8-4141-B70B-A990D3E765E9}" type="datetimeFigureOut">
              <a:rPr lang="en-US" smtClean="0"/>
              <a:t>2024-06-23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C518E-5EAC-C48E-56CA-0C8EE7425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89521-E38D-9617-3C17-079EF8956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096C-A3CD-48D0-AFED-3160BE288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07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562AD-3A34-8B3C-1765-D0F198DAB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DFE2E-4C65-3989-5686-BC23F2DA6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00337-C000-CBCB-D393-67890FA0E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67461-BDB8-5E3D-3FD4-06D582DD6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F5D3-6DE8-4141-B70B-A990D3E765E9}" type="datetimeFigureOut">
              <a:rPr lang="en-US" smtClean="0"/>
              <a:t>2024-06-23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A01D9-88EA-9A73-72F6-A73702CB8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32753-6A6E-7B27-475C-A2D2B71FA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096C-A3CD-48D0-AFED-3160BE288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08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C533B-7BF4-7669-59CB-D54D21765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7A4FD-82F8-07B8-C5D5-8987D2A37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05F5D-7774-AA51-5FDA-560439A03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387CE7-0139-BDE2-E653-99B3A64F0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A014E3-4781-FE44-60C6-0FA5751CB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6A6C74-24E5-9382-AC34-B75CC0C99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F5D3-6DE8-4141-B70B-A990D3E765E9}" type="datetimeFigureOut">
              <a:rPr lang="en-US" smtClean="0"/>
              <a:t>2024-06-23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043C0-A4AC-5A86-F411-6E1D3E2FD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C19F4D-CB48-0CA5-28C9-F314E54E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096C-A3CD-48D0-AFED-3160BE288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51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1CDFD-DB4A-A1EE-2D9F-FAD491ED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EEE22-BD1F-CEBC-0369-2D3EF174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F5D3-6DE8-4141-B70B-A990D3E765E9}" type="datetimeFigureOut">
              <a:rPr lang="en-US" smtClean="0"/>
              <a:t>2024-06-23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2BB21-226B-10D6-D24F-F6DB448BB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00C01-A334-81B7-8404-4760415E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096C-A3CD-48D0-AFED-3160BE288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5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197ED-7080-17F4-1723-8F41807E2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F5D3-6DE8-4141-B70B-A990D3E765E9}" type="datetimeFigureOut">
              <a:rPr lang="en-US" smtClean="0"/>
              <a:t>2024-06-23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0664C8-667D-C977-2C03-B8CEDCCDD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D8EB3-51E9-C45E-3B30-3DD19921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096C-A3CD-48D0-AFED-3160BE288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31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5A7E-4AB7-A034-6DDC-080A7F0DF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A7902-833A-2786-BA4B-E2781C7C4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D087E-D437-7196-2BB8-6FFB66FE8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5AEB2-AAEA-80AF-F070-C2CBCF989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F5D3-6DE8-4141-B70B-A990D3E765E9}" type="datetimeFigureOut">
              <a:rPr lang="en-US" smtClean="0"/>
              <a:t>2024-06-23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11F53-42AD-03F8-0C22-5108FFDBA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2B27A-0CCC-A238-C64D-F00FBE87F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096C-A3CD-48D0-AFED-3160BE288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42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8ACD6-B92F-AA47-1884-C42020788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8E400C-CA54-3140-DADC-39926DDE68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8AEC22-D779-95B5-B499-F56C8EA32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CDE7C-8A8C-938B-9A8C-94A83ECC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F5D3-6DE8-4141-B70B-A990D3E765E9}" type="datetimeFigureOut">
              <a:rPr lang="en-US" smtClean="0"/>
              <a:t>2024-06-23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00AD4-CBD9-1EF8-6D18-C5DFF9D41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9E192-57EF-9196-0B53-7AF110FE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096C-A3CD-48D0-AFED-3160BE288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613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8D968-7F34-7773-4635-2D4DDDBA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BCB99-70EC-36C9-D71D-916B92EE2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CCAE1-C8F1-7A1F-557E-330020E84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F5D3-6DE8-4141-B70B-A990D3E765E9}" type="datetimeFigureOut">
              <a:rPr lang="en-US" smtClean="0"/>
              <a:t>2024-06-23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83A89-1BC2-FBD6-3649-5E588DB32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E54DD-2C82-80EE-7C4C-30AA13AC2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096C-A3CD-48D0-AFED-3160BE288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824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1949FB-33A2-C458-C83A-C1B23415B2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00E13C-9717-4D14-E8D6-84B5A55BF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7A8BB-75AD-F293-DB03-39466A5EF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F5D3-6DE8-4141-B70B-A990D3E765E9}" type="datetimeFigureOut">
              <a:rPr lang="en-US" smtClean="0"/>
              <a:t>2024-06-23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AAC9F-0C0C-8CA7-48E0-B61B1AC33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AEAC8-50F0-1E48-63A1-5C41C1160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096C-A3CD-48D0-AFED-3160BE288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2EB3CE-98CF-0F0A-CE8F-A4E2C794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37C7E-DE28-1B97-A85D-D12D980DC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8EFF1-A7DB-9A6E-C4F4-AA7D0F9153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2F5D3-6DE8-4141-B70B-A990D3E765E9}" type="datetimeFigureOut">
              <a:rPr lang="en-US" smtClean="0"/>
              <a:t>2024-06-23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871B1-95B7-0CF7-C98A-75BD634CF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9336-C828-D828-2834-CE2CF94E3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B096C-A3CD-48D0-AFED-3160BE288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2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FF515F-6044-9F56-2441-D99BC205D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56" y="615823"/>
            <a:ext cx="419158" cy="419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52191D-C13D-E264-D6F8-AEF07CC9DA9C}"/>
              </a:ext>
            </a:extLst>
          </p:cNvPr>
          <p:cNvSpPr txBox="1"/>
          <p:nvPr/>
        </p:nvSpPr>
        <p:spPr>
          <a:xfrm>
            <a:off x="182881" y="246491"/>
            <a:ext cx="417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clicks on top right icon (initial login)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0D527E-6F79-1268-C3B7-765770868222}"/>
              </a:ext>
            </a:extLst>
          </p:cNvPr>
          <p:cNvSpPr/>
          <p:nvPr/>
        </p:nvSpPr>
        <p:spPr>
          <a:xfrm>
            <a:off x="2773158" y="868003"/>
            <a:ext cx="4309607" cy="333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Login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211A46-4BAE-03B5-A313-79470498E61A}"/>
              </a:ext>
            </a:extLst>
          </p:cNvPr>
          <p:cNvSpPr/>
          <p:nvPr/>
        </p:nvSpPr>
        <p:spPr>
          <a:xfrm>
            <a:off x="2773158" y="1201959"/>
            <a:ext cx="4309607" cy="1596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50464E-1642-2ED5-0ED8-BB32A9F51098}"/>
              </a:ext>
            </a:extLst>
          </p:cNvPr>
          <p:cNvSpPr/>
          <p:nvPr/>
        </p:nvSpPr>
        <p:spPr>
          <a:xfrm>
            <a:off x="4268571" y="1567718"/>
            <a:ext cx="2512612" cy="2111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6160F7-4FB4-BD57-5770-456CE43EA53B}"/>
              </a:ext>
            </a:extLst>
          </p:cNvPr>
          <p:cNvSpPr txBox="1"/>
          <p:nvPr/>
        </p:nvSpPr>
        <p:spPr>
          <a:xfrm>
            <a:off x="3099729" y="1488608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 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0FD345-2239-A5A9-963C-B7D85742F65C}"/>
              </a:ext>
            </a:extLst>
          </p:cNvPr>
          <p:cNvSpPr txBox="1"/>
          <p:nvPr/>
        </p:nvSpPr>
        <p:spPr>
          <a:xfrm>
            <a:off x="2908330" y="2095096"/>
            <a:ext cx="1289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Access key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72E0B5-A996-453E-08C2-7BBC153635E5}"/>
              </a:ext>
            </a:extLst>
          </p:cNvPr>
          <p:cNvSpPr/>
          <p:nvPr/>
        </p:nvSpPr>
        <p:spPr>
          <a:xfrm>
            <a:off x="4268571" y="2174205"/>
            <a:ext cx="2512612" cy="2111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CA001F5-88B7-D1F6-3FBC-B9EB732831B8}"/>
              </a:ext>
            </a:extLst>
          </p:cNvPr>
          <p:cNvCxnSpPr>
            <a:cxnSpLocks/>
            <a:stCxn id="5" idx="2"/>
            <a:endCxn id="34" idx="1"/>
          </p:cNvCxnSpPr>
          <p:nvPr/>
        </p:nvCxnSpPr>
        <p:spPr>
          <a:xfrm rot="5400000">
            <a:off x="-1180208" y="2821946"/>
            <a:ext cx="3783509" cy="209579"/>
          </a:xfrm>
          <a:prstGeom prst="bentConnector4">
            <a:avLst>
              <a:gd name="adj1" fmla="val 29300"/>
              <a:gd name="adj2" fmla="val 2090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1376BCD-3A2B-765A-40CB-7D9DADF6262C}"/>
              </a:ext>
            </a:extLst>
          </p:cNvPr>
          <p:cNvSpPr txBox="1"/>
          <p:nvPr/>
        </p:nvSpPr>
        <p:spPr>
          <a:xfrm>
            <a:off x="6555990" y="5137350"/>
            <a:ext cx="4508389" cy="7386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"users": [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{ “github_id”:”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”, ”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accessKey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”:”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irehtoeriyowei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, “lastLogin”:”2024-06-23T11:14:32.000000UTC” }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32E77C-9E78-A854-F904-E7C0B7DD12F8}"/>
              </a:ext>
            </a:extLst>
          </p:cNvPr>
          <p:cNvSpPr txBox="1"/>
          <p:nvPr/>
        </p:nvSpPr>
        <p:spPr>
          <a:xfrm>
            <a:off x="7688911" y="4799242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config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CB372218-7919-98B2-3D7E-6311CE643F27}"/>
              </a:ext>
            </a:extLst>
          </p:cNvPr>
          <p:cNvCxnSpPr>
            <a:cxnSpLocks/>
            <a:stCxn id="8" idx="3"/>
            <a:endCxn id="34" idx="3"/>
          </p:cNvCxnSpPr>
          <p:nvPr/>
        </p:nvCxnSpPr>
        <p:spPr>
          <a:xfrm flipH="1">
            <a:off x="6305384" y="2000119"/>
            <a:ext cx="777381" cy="2818371"/>
          </a:xfrm>
          <a:prstGeom prst="bentConnector3">
            <a:avLst>
              <a:gd name="adj1" fmla="val -2940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732C9FC-F40D-D8B2-E955-0360DD2E34B3}"/>
              </a:ext>
            </a:extLst>
          </p:cNvPr>
          <p:cNvSpPr/>
          <p:nvPr/>
        </p:nvSpPr>
        <p:spPr>
          <a:xfrm>
            <a:off x="606756" y="3252083"/>
            <a:ext cx="5698628" cy="3132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Login Servlet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Read Config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Lookup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users.github_id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github_id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!= null &amp;&amp;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access_key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== null)  // #1 check valid session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if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github_id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present in config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and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lastLogin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&gt; now-72h // session still valid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all good, go back to flow on browser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popup login screen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Else // #2 this is a call from the login popup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If present, update 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Else add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Write Config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0412E4-6F2D-C5A9-DA18-A661F0834A63}"/>
              </a:ext>
            </a:extLst>
          </p:cNvPr>
          <p:cNvSpPr txBox="1"/>
          <p:nvPr/>
        </p:nvSpPr>
        <p:spPr>
          <a:xfrm>
            <a:off x="816335" y="1803996"/>
            <a:ext cx="13308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/>
              <a:t>github_id</a:t>
            </a:r>
            <a:endParaRPr lang="en-US" sz="1050" dirty="0"/>
          </a:p>
          <a:p>
            <a:r>
              <a:rPr lang="en-US" sz="1050" dirty="0"/>
              <a:t>(cached in browser)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270A12DC-1918-0A14-97BF-2255979DA259}"/>
              </a:ext>
            </a:extLst>
          </p:cNvPr>
          <p:cNvCxnSpPr>
            <a:cxnSpLocks/>
            <a:stCxn id="34" idx="0"/>
            <a:endCxn id="8" idx="2"/>
          </p:cNvCxnSpPr>
          <p:nvPr/>
        </p:nvCxnSpPr>
        <p:spPr>
          <a:xfrm rot="5400000" flipH="1" flipV="1">
            <a:off x="3965114" y="2289235"/>
            <a:ext cx="453805" cy="14718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711E6183-5A80-7BBE-782E-14CF16FC1922}"/>
              </a:ext>
            </a:extLst>
          </p:cNvPr>
          <p:cNvCxnSpPr>
            <a:cxnSpLocks/>
            <a:stCxn id="34" idx="2"/>
            <a:endCxn id="20" idx="2"/>
          </p:cNvCxnSpPr>
          <p:nvPr/>
        </p:nvCxnSpPr>
        <p:spPr>
          <a:xfrm rot="5400000" flipH="1" flipV="1">
            <a:off x="5878685" y="3453398"/>
            <a:ext cx="508883" cy="5354115"/>
          </a:xfrm>
          <a:prstGeom prst="bentConnector3">
            <a:avLst>
              <a:gd name="adj1" fmla="val -4492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B8397A4A-2D21-A698-5DF8-2D328FC0B230}"/>
              </a:ext>
            </a:extLst>
          </p:cNvPr>
          <p:cNvSpPr/>
          <p:nvPr/>
        </p:nvSpPr>
        <p:spPr>
          <a:xfrm>
            <a:off x="356150" y="4885320"/>
            <a:ext cx="184539" cy="197176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492397E-4B51-0577-DDA2-E53B58970BE6}"/>
              </a:ext>
            </a:extLst>
          </p:cNvPr>
          <p:cNvSpPr/>
          <p:nvPr/>
        </p:nvSpPr>
        <p:spPr>
          <a:xfrm>
            <a:off x="6371451" y="4527214"/>
            <a:ext cx="184539" cy="197176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4842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FF515F-6044-9F56-2441-D99BC205D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56" y="615823"/>
            <a:ext cx="419158" cy="419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52191D-C13D-E264-D6F8-AEF07CC9DA9C}"/>
              </a:ext>
            </a:extLst>
          </p:cNvPr>
          <p:cNvSpPr txBox="1"/>
          <p:nvPr/>
        </p:nvSpPr>
        <p:spPr>
          <a:xfrm>
            <a:off x="182881" y="246491"/>
            <a:ext cx="2582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is already logged 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0D527E-6F79-1268-C3B7-765770868222}"/>
              </a:ext>
            </a:extLst>
          </p:cNvPr>
          <p:cNvSpPr/>
          <p:nvPr/>
        </p:nvSpPr>
        <p:spPr>
          <a:xfrm>
            <a:off x="2773158" y="868003"/>
            <a:ext cx="4309607" cy="333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Your Account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211A46-4BAE-03B5-A313-79470498E61A}"/>
              </a:ext>
            </a:extLst>
          </p:cNvPr>
          <p:cNvSpPr/>
          <p:nvPr/>
        </p:nvSpPr>
        <p:spPr>
          <a:xfrm>
            <a:off x="2773158" y="1201959"/>
            <a:ext cx="4309607" cy="14219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6160F7-4FB4-BD57-5770-456CE43EA53B}"/>
              </a:ext>
            </a:extLst>
          </p:cNvPr>
          <p:cNvSpPr txBox="1"/>
          <p:nvPr/>
        </p:nvSpPr>
        <p:spPr>
          <a:xfrm>
            <a:off x="2960115" y="1517549"/>
            <a:ext cx="2204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4"/>
                </a:solidFill>
              </a:rPr>
              <a:t>Manage GitHub IDs</a:t>
            </a:r>
          </a:p>
          <a:p>
            <a:r>
              <a:rPr lang="en-US" u="sng" dirty="0">
                <a:solidFill>
                  <a:schemeClr val="accent4"/>
                </a:solidFill>
              </a:rPr>
              <a:t>Manage repositories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CA001F5-88B7-D1F6-3FBC-B9EB732831B8}"/>
              </a:ext>
            </a:extLst>
          </p:cNvPr>
          <p:cNvCxnSpPr>
            <a:cxnSpLocks/>
            <a:stCxn id="5" idx="2"/>
            <a:endCxn id="8" idx="1"/>
          </p:cNvCxnSpPr>
          <p:nvPr/>
        </p:nvCxnSpPr>
        <p:spPr>
          <a:xfrm rot="16200000" flipH="1">
            <a:off x="1355764" y="495551"/>
            <a:ext cx="877964" cy="19568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13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153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Laurent Hasson</dc:creator>
  <cp:lastModifiedBy>Laurent Hasson</cp:lastModifiedBy>
  <cp:revision>1</cp:revision>
  <dcterms:created xsi:type="dcterms:W3CDTF">2024-06-23T14:57:12Z</dcterms:created>
  <dcterms:modified xsi:type="dcterms:W3CDTF">2024-06-23T15:37:37Z</dcterms:modified>
</cp:coreProperties>
</file>